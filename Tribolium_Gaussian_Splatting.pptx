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Tribolium Nuclei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3D Gaussian Splatting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977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light-sheet microscopy data, fitted with compact anisotropic Gaussians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188720" cy="1188720"/>
          </a:xfrm>
          <a:prstGeom prst="ellipse">
            <a:avLst/>
          </a:prstGeom>
          <a:solidFill>
            <a:srgbClr val="E8973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234440"/>
            <a:ext cx="777240" cy="777240"/>
          </a:xfrm>
          <a:prstGeom prst="ellipse">
            <a:avLst/>
          </a:prstGeom>
          <a:solidFill>
            <a:srgbClr val="E8973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1600200"/>
            <a:ext cx="502920" cy="502920"/>
          </a:xfrm>
          <a:prstGeom prst="ellipse">
            <a:avLst/>
          </a:prstGeom>
          <a:solidFill>
            <a:srgbClr val="E8973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320040"/>
            <a:ext cx="457200" cy="457200"/>
          </a:xfrm>
          <a:prstGeom prst="ellipse">
            <a:avLst/>
          </a:prstGeom>
          <a:solidFill>
            <a:srgbClr val="E8973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MLCV Seminar · Team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microscopy volume — millions of voxels — with a compact set of 3D Gaussian blobs.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Gaussian carries a position, a size, a shape, and a brightness.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Gaussian lands on one nucleus, a single fit gives you compression AND a cell list — for free.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18288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9456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56032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92608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29184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3657600"/>
            <a:ext cx="310896" cy="310896"/>
          </a:xfrm>
          <a:prstGeom prst="rect">
            <a:avLst/>
          </a:prstGeom>
          <a:solidFill>
            <a:srgbClr val="EDEAE4"/>
          </a:solidFill>
          <a:ln w="9525">
            <a:solidFill>
              <a:srgbClr val="DDD6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voxels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15400" y="2651760"/>
            <a:ext cx="640080" cy="457200"/>
          </a:xfrm>
          <a:prstGeom prst="rightArrow">
            <a:avLst/>
          </a:prstGeom>
          <a:solidFill>
            <a:srgbClr val="E8973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12680" y="2148840"/>
            <a:ext cx="310896" cy="310896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07040" y="2011680"/>
            <a:ext cx="237744" cy="237744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0" y="2651760"/>
            <a:ext cx="274320" cy="274320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24160" y="2514600"/>
            <a:ext cx="347472" cy="347472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81360" y="2743200"/>
            <a:ext cx="219456" cy="219456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95560" y="3200400"/>
            <a:ext cx="274320" cy="274320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98480" y="3337560"/>
            <a:ext cx="237744" cy="237744"/>
          </a:xfrm>
          <a:prstGeom prst="ellipse">
            <a:avLst/>
          </a:prstGeom>
          <a:solidFill>
            <a:srgbClr val="E8973F">
              <a:alpha val="88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4692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Gaussians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Prior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recipe stands on a 399-fit experimental archive from a colleague on the project team, run before our validation work began.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4F7C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93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experiments, 399 fits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585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sweep across parameterization, initialization, and budget — the largest single body of work behind this project.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4F7C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980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parameterization sweep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272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full-anisotropic Gaussians (11 DOF, quaternion rotation) as the strongest representation, ahead of axis-aligned, learned-isotropic, and fixed-isotropic.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4F7C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667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peak spacing at init: +9.21 dB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95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lever found anywhere in the archive — directly shaped how this work treats initialization.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4F7C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354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ceiling: 25.93 dB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864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Gaussians, full 37M-voxel volume — the benchmark this project's own fits are measured against.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658368"/>
          </a:xfrm>
          <a:prstGeom prst="rect">
            <a:avLst/>
          </a:prstGeom>
          <a:solidFill>
            <a:srgbClr val="4F7C93">
              <a:alpha val="10000"/>
            </a:srgbClr>
          </a:solidFill>
          <a:ln w="12700">
            <a:solidFill>
              <a:srgbClr val="4F7C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5595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tested and discarded there — scale/anisotropy regularization, </a:t>
            </a:r>
            <a:pPr indent="0" marL="0">
              <a:buNone/>
            </a:pPr>
            <a:r>
              <a:rPr lang="en-US" sz="1250" b="1" dirty="0">
                <a:solidFill>
                  <a:srgbClr val="D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−1.15 dB PSNR</a:t>
            </a:r>
            <a:pPr indent="0" marL="0"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the direct ancestor of this project's headline result. See "Capping Gaussian Size."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E897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anisotropic Gaussians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92640" y="1572768"/>
            <a:ext cx="1449324" cy="292608"/>
          </a:xfrm>
          <a:prstGeom prst="roundRect">
            <a:avLst>
              <a:gd name="adj" fmla="val 18750"/>
            </a:avLst>
          </a:prstGeom>
          <a:solidFill>
            <a:srgbClr val="4F7C93">
              <a:alpha val="12000"/>
            </a:srgbClr>
          </a:solidFill>
          <a:ln w="12700">
            <a:solidFill>
              <a:srgbClr val="4F7C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0" y="1572768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653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+ 3 independent scales + rotation + brightness. Not spheres.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9525">
            <a:solidFill>
              <a:srgbClr val="DDD6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E89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on detected nuclei first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92640" y="2487168"/>
            <a:ext cx="786384" cy="292608"/>
          </a:xfrm>
          <a:prstGeom prst="roundRect">
            <a:avLst>
              <a:gd name="adj" fmla="val 18750"/>
            </a:avLst>
          </a:prstGeom>
          <a:solidFill>
            <a:srgbClr val="6B6258">
              <a:alpha val="12000"/>
            </a:srgbClr>
          </a:solidFill>
          <a:ln w="12700">
            <a:solidFill>
              <a:srgbClr val="6B62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0" y="248716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797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Gaussian per detected nucleus before spending any budget on background.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9525">
            <a:solidFill>
              <a:srgbClr val="DDD6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E897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position learning 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92640" y="3401568"/>
            <a:ext cx="1449324" cy="292608"/>
          </a:xfrm>
          <a:prstGeom prst="roundRect">
            <a:avLst>
              <a:gd name="adj" fmla="val 18750"/>
            </a:avLst>
          </a:prstGeom>
          <a:solidFill>
            <a:srgbClr val="E8973F">
              <a:alpha val="12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3401568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941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default was too small for Gaussians to actually reach a nucleus.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9525">
            <a:solidFill>
              <a:srgbClr val="DDD6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E897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nucleus-Gaussian size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92640" y="4315968"/>
            <a:ext cx="1449324" cy="292608"/>
          </a:xfrm>
          <a:prstGeom prst="roundRect">
            <a:avLst>
              <a:gd name="adj" fmla="val 18750"/>
            </a:avLst>
          </a:prstGeom>
          <a:solidFill>
            <a:srgbClr val="E8973F">
              <a:alpha val="12000"/>
            </a:srgbClr>
          </a:solidFill>
          <a:ln w="12700">
            <a:solidFill>
              <a:srgbClr val="E897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0" y="4315968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6085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voxels, so a Gaussian stays compact instead of ballooning into background.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9525">
            <a:solidFill>
              <a:srgbClr val="DDD6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E897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166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Gaussians, 3000 steps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92640" y="5230368"/>
            <a:ext cx="1449324" cy="292608"/>
          </a:xfrm>
          <a:prstGeom prst="roundRect">
            <a:avLst>
              <a:gd name="adj" fmla="val 18750"/>
            </a:avLst>
          </a:prstGeom>
          <a:solidFill>
            <a:srgbClr val="4F7C93">
              <a:alpha val="12000"/>
            </a:srgbClr>
          </a:solidFill>
          <a:ln w="12700">
            <a:solidFill>
              <a:srgbClr val="4F7C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2640" y="5230368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55229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thousands — this budget is enough for a ~24-nucleus region.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Real Reconstruction</a:t>
            </a:r>
            <a:endParaRPr lang="en-US" sz="3200" dirty="0"/>
          </a:p>
        </p:txBody>
      </p:sp>
      <p:pic>
        <p:nvPicPr>
          <p:cNvPr id="3" name="Image 0" descr="E:/masters/MLCV seminar/TeamProject/runs/real_proof/target_vs_recon_mar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371600"/>
            <a:ext cx="10881360" cy="38275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33635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Tribolium light-sheet volume, 24 nuclei · </a:t>
            </a:r>
            <a:pPr indent="0" marL="0">
              <a:buNone/>
            </a:pPr>
            <a:r>
              <a:rPr lang="en-US" sz="1300" b="1" dirty="0">
                <a:solidFill>
                  <a:srgbClr val="E8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25.71 dB</a:t>
            </a:r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 nuclei recovered</a:t>
            </a:r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green = recovered, red = missed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67468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not hidden: the reconstruction is visibly smoother than the real tissue — fine texture is a genuine limitation.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Capping Gaussian Size — Tested on the Same Data</a:t>
            </a:r>
            <a:endParaRPr lang="en-US" sz="3200" dirty="0"/>
          </a:p>
        </p:txBody>
      </p:sp>
      <p:pic>
        <p:nvPicPr>
          <p:cNvPr id="3" name="Image 0" descr="E:/masters/MLCV seminar/TeamProject/runs/real_proof/control_vs_capped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371600"/>
            <a:ext cx="10881360" cy="37676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2764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24 nuclei, same volume  ·  </a:t>
            </a:r>
            <a:pPr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 → 21/24 recovered</a:t>
            </a:r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PSNR unchanged (25.71 → 25.70 dB)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6147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the one nucleus that flipped sits at the crop edge — a modest result on this single sample. The effect is stronger averaged across 4 regions: +0.21 recall on faint nuclei, at near-zero image-quality cost.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Parameters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 configuration — what to set, and where each choice came from.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507492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anisotropic (11 DOF / Gaussian)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F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archive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Coverage: one Gaussian per detected nucleus, then intensity-weighted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auto-tuner + this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spacing (NMS)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 voxels (physical nucleus spacing)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F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auto-tuner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learning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0.05–0.1 (30–60× the framework 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9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Nucleus-Gaussian scale cap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voxels — nucleus-seeded Gaussians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9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budget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per nucleus + support (≈250 for 24 nuclei)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F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budget sweep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iterations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F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archive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sampling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intensity-weighted / 30% uniform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F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Colleague's archive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606040" cy="2377440"/>
          </a:xfrm>
          <a:prstGeom prst="rect">
            <a:avLst/>
          </a:prstGeom>
          <a:solidFill>
            <a:srgbClr val="EDEAE4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</a:t>
            </a:r>
            <a:pPr algn="l" indent="0" marL="0">
              <a:buNone/>
            </a:pPr>
            <a:r>
              <a:rPr lang="en-US" sz="1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dB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quality (real data)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920240"/>
            <a:ext cx="2606040" cy="2377440"/>
          </a:xfrm>
          <a:prstGeom prst="rect">
            <a:avLst/>
          </a:prstGeom>
          <a:solidFill>
            <a:srgbClr val="EDEAE4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1945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83–87%</a:t>
            </a:r>
            <a:pPr algn="l" indent="0" marL="0">
              <a:buNone/>
            </a:pP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recovered, real Tribolium ROI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2606040" cy="2377440"/>
          </a:xfrm>
          <a:prstGeom prst="rect">
            <a:avLst/>
          </a:prstGeom>
          <a:solidFill>
            <a:srgbClr val="EDEAE4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945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pPr algn="l" indent="0" marL="0">
              <a:buNone/>
            </a:pPr>
            <a:r>
              <a:rPr lang="en-US" sz="1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Gaussians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~381× fewer numbers than raw voxels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920240"/>
            <a:ext cx="2606040" cy="2377440"/>
          </a:xfrm>
          <a:prstGeom prst="rect">
            <a:avLst/>
          </a:prstGeom>
          <a:solidFill>
            <a:srgbClr val="EDEAE4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21945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pPr algn="l" indent="0" marL="0">
              <a:buNone/>
            </a:pPr>
            <a:r>
              <a:rPr lang="en-US" sz="1600" b="1" dirty="0">
                <a:solidFill>
                  <a:srgbClr val="E8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dB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cost of the size-cap fix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config: full-anisotropic parameterization · coverage init · position LR raised · scale cap = 10 vox · K=250 · 3000 iterations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Doesn't Work Yet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11096"/>
            <a:ext cx="329184" cy="3291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37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 and edge-adjacent nuclei are still missed most often.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71216"/>
            <a:ext cx="329184" cy="3291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974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reconstruction is visibly smoother than real tissue — fine texture is lost.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329184" cy="3291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576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small regions (24–33 nuclei) — full-embryo scale is untested.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91456"/>
            <a:ext cx="329184" cy="3291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177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alone doesn't beat simple downsampling at larger parameter budgets.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46304" cy="146304"/>
          </a:xfrm>
          <a:prstGeom prst="rect">
            <a:avLst/>
          </a:prstGeom>
          <a:solidFill>
            <a:srgbClr val="E897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5910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 works, honestly.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84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Tribolium nuclei can be represented by anisotropic 3D Gaussians at ~25–26 dB and ~85% recall, compressed ~380× — a real, working capability, not a promise.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46304" cy="146304"/>
          </a:xfrm>
          <a:prstGeom prst="rect">
            <a:avLst/>
          </a:prstGeom>
          <a:solidFill>
            <a:srgbClr val="E897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008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 changes the right answer.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015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the archive discarded for costing PSNR — scale regularization — is the strongest lever once scored on nucleus recovery instead. Evaluation choice decided which ideas survived, not just which numbers moved.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46304" cy="146304"/>
          </a:xfrm>
          <a:prstGeom prst="rect">
            <a:avLst/>
          </a:prstGeom>
          <a:solidFill>
            <a:srgbClr val="E897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4256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advantage held up.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1888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Compression-only and tracking-by-persistence framings were tested against simple baselines and did not clearly win. The defensible case for this representation is reconstruction and detection together — not any single claim in isolation.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663440"/>
            <a:ext cx="1371600" cy="1371600"/>
          </a:xfrm>
          <a:prstGeom prst="ellipse">
            <a:avLst/>
          </a:prstGeom>
          <a:solidFill>
            <a:srgbClr val="E8973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5486400"/>
            <a:ext cx="822960" cy="822960"/>
          </a:xfrm>
          <a:prstGeom prst="ellipse">
            <a:avLst/>
          </a:prstGeom>
          <a:solidFill>
            <a:srgbClr val="E8973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852160"/>
            <a:ext cx="502920" cy="502920"/>
          </a:xfrm>
          <a:prstGeom prst="ellipse">
            <a:avLst/>
          </a:prstGeom>
          <a:solidFill>
            <a:srgbClr val="E8973F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honestly-tested recipe for representing real Tribolium nuclei with 3D Gaussians — built on a colleague's 399-fit architecture, extended with a validation framework and one causally-tested improvement.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scale the same recipe to the full embryo volume.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Tribolium nuclei · 3D Gaussian splatting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2026-09-02T17:04:52Z</dcterms:created>
  <dcterms:modified xsi:type="dcterms:W3CDTF">2026-09-02T17:04:52Z</dcterms:modified>
</cp:coreProperties>
</file>